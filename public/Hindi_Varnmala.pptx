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2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E262-7D81-0008-C1DA-C598C0737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42185-6EC1-2EB0-D7F2-8DA3ACD14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EB345-72B2-8B83-99C4-8FE44CB3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29BC-6D3B-4DD4-8284-55F60AF016C9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4BA33-A861-9AC2-2867-9D7E28FC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A2F9E-9BA3-56E5-7710-7ECB2D5FB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36D0-31F3-496D-BA41-DBC1C65BD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183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08FE6-2CDA-D513-2C78-755A4AAB9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D9AD1-91D9-21A5-B5D5-5FCF3D1C9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A70A4-AEA5-4CE7-E45D-117B3A5FA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29BC-6D3B-4DD4-8284-55F60AF016C9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5EBDC-9EEB-09BF-B402-8CD3398B0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3AAEC-8E07-1A94-F736-62FF000BB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36D0-31F3-496D-BA41-DBC1C65BD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901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828B4-6001-071C-CEC4-8D99FB7C9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9F2E0-CF28-093A-6684-8229A8304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8E120-01A7-F8EA-B92D-5D2F5E31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29BC-6D3B-4DD4-8284-55F60AF016C9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6EF91-D859-FA54-1E29-6C6CD984A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53418-1FF7-C6E4-EBB9-198DF1C4F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36D0-31F3-496D-BA41-DBC1C65BD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724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F64A2-94F7-2941-A473-9F2F9A50C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64D31-DF35-43FD-BFCE-837350815D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6D350-5121-F0B7-455B-1463B6E32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FCC0A-33DD-E234-A989-B50EAE018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29BC-6D3B-4DD4-8284-55F60AF016C9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4B2D5-F90A-6773-96DA-B2FD41E9C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300F8-F038-C638-8AC9-49C284FC2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36D0-31F3-496D-BA41-DBC1C65BD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017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1957A-63F2-3E13-D75C-002590029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A825B-10AD-048F-AE94-3AB675C2D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F1B69-C89F-AD0E-F9B5-FB8F171C8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27B6A7-15C5-C488-60C8-D8A6182913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9B0B2D-B5A6-5606-A00A-C9CB60B6C3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303F5-F129-1C54-C725-CB4F31785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29BC-6D3B-4DD4-8284-55F60AF016C9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BDABE8-9283-BB22-9704-D47CDBA94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F4519A-3848-85B7-1CE0-20FC4FB2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36D0-31F3-496D-BA41-DBC1C65BD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365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9FC0C-3F49-581D-B5C8-43053A9BB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F4C1B-B11B-DD55-3EED-DB5DE84DC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29BC-6D3B-4DD4-8284-55F60AF016C9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C37B4-15E6-6979-A2A4-1B4B5A99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AF3AF-0A78-C340-0DA6-5BA208BCC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36D0-31F3-496D-BA41-DBC1C65BD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252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E0EF7D-17C2-C46B-68FD-E673E059B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29BC-6D3B-4DD4-8284-55F60AF016C9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F2FDD3-3AC9-3F75-8162-FCAA57A8E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60FD1-29C6-275B-5807-C9527B60D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36D0-31F3-496D-BA41-DBC1C65BD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669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CF5D-BECF-BD37-B02D-44E05B09C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86DF8-5137-0250-9D13-405B92B40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22A54-5CE1-0978-6756-7932CB79D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67F45-5157-0E96-F303-79D0A105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29BC-6D3B-4DD4-8284-55F60AF016C9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CA860-F262-C9AC-6079-A45B89EB3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DB1D0-FE13-0CAB-A148-7361CDB0A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36D0-31F3-496D-BA41-DBC1C65BD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961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9C77E-ECB8-624A-3DC5-182AE4E2F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B15ADD-5D08-29D6-92C7-BDCE566026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6EFF0-AFE9-F6EB-4AD6-A471A0D23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E7873-A901-32BB-888E-A7FE52BB0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29BC-6D3B-4DD4-8284-55F60AF016C9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77492-4969-F555-AF15-E4094282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DA13F-0A13-CF75-FC93-E068C06FD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36D0-31F3-496D-BA41-DBC1C65BD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327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48D87-A587-7B8F-65A0-3440DFF6B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FC6471-7788-88EF-1EFF-40CE5BAE8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80B60-E1DF-7EAB-126F-CE15CA32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29BC-6D3B-4DD4-8284-55F60AF016C9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5CD74-E237-2389-A59E-1001E0F5C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0C8F4-D7E6-4527-6E74-A1F4FDB1B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36D0-31F3-496D-BA41-DBC1C65BD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450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7E3E43-690D-2EAC-40C2-667E0C7FCE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6456D-BF44-7CB3-1AAB-02EF76889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B511A-6E2D-649D-C29F-FEEE6BFAE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29BC-6D3B-4DD4-8284-55F60AF016C9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D15FC-4087-F2CB-7C77-B53EAD17E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9CAE5-0FEB-D128-F8F4-561437918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836D0-31F3-496D-BA41-DBC1C65BD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69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B5083E-82E5-E48E-C086-D4B309B8A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A1B3E-A442-1B28-D3FB-F7C68F52F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19C4-4C50-500A-D55E-DF27B79B3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7529BC-6D3B-4DD4-8284-55F60AF016C9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73181-24F7-8473-181C-459B4F118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DAF3A-FF27-1D77-E8AB-BC505DD7A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3836D0-31F3-496D-BA41-DBC1C65BD2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12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0JmopFFi11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57E276-5FCE-D130-1577-6D12F04E2F26}"/>
              </a:ext>
            </a:extLst>
          </p:cNvPr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hlinkClick r:id="rId2"/>
              </a:rPr>
              <a:t>हिंदी</a:t>
            </a:r>
            <a:r>
              <a:rPr lang="en-US" sz="2000" dirty="0">
                <a:hlinkClick r:id="rId2"/>
              </a:rPr>
              <a:t> </a:t>
            </a:r>
            <a:r>
              <a:rPr lang="en-US" sz="2000" dirty="0" err="1">
                <a:hlinkClick r:id="rId2"/>
              </a:rPr>
              <a:t>वर्णमाला</a:t>
            </a:r>
            <a:r>
              <a:rPr lang="en-US" sz="2000" dirty="0">
                <a:hlinkClick r:id="rId2"/>
              </a:rPr>
              <a:t> | </a:t>
            </a:r>
            <a:r>
              <a:rPr lang="en-US" sz="2000" dirty="0" err="1">
                <a:hlinkClick r:id="rId2"/>
              </a:rPr>
              <a:t>अआइईउऊ</a:t>
            </a:r>
            <a:r>
              <a:rPr lang="en-US" sz="2000" dirty="0">
                <a:hlinkClick r:id="rId2"/>
              </a:rPr>
              <a:t> | </a:t>
            </a:r>
            <a:r>
              <a:rPr lang="en-US" sz="2000" dirty="0" err="1">
                <a:hlinkClick r:id="rId2"/>
              </a:rPr>
              <a:t>हिंदीस्वरव्यंजन</a:t>
            </a:r>
            <a:endParaRPr lang="en-US" sz="2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5B8BB4-0A40-CC4A-2E7B-E4E4C9091F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29" r="15670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09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Piyush Anand</dc:creator>
  <cp:lastModifiedBy>Piyush Anand</cp:lastModifiedBy>
  <cp:revision>1</cp:revision>
  <dcterms:created xsi:type="dcterms:W3CDTF">2026-03-24T15:06:15Z</dcterms:created>
  <dcterms:modified xsi:type="dcterms:W3CDTF">2026-03-24T15:13:15Z</dcterms:modified>
</cp:coreProperties>
</file>